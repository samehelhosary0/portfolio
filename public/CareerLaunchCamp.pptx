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4572000" cy="3200400"/>
          </a:xfrm>
          <a:prstGeom prst="ellipse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071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502920"/>
            <a:ext cx="2377440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029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● CAREER LAUNCH CAMP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Yourself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Professionally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7B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ابِن نفسك احترافيًا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31920" y="3108960"/>
            <a:ext cx="128016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FDC"/>
                </a:solidFill>
              </a:rPr>
              <a:t>An intensive camp that transforms you into a clearer, more confident, and market-ready professional.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767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BFDC"/>
                </a:solidFill>
              </a:rPr>
              <a:t>كامب مكّثف يحوّلك إلى نسخة أكثر وضوحًا وثقةً وجاهزية للسوق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4526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7B2FF"/>
                </a:solidFill>
              </a:rPr>
              <a:t>Eng. Hisham Fenidi  •  Learning &amp; Development Specialist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4572000" cy="3200400"/>
          </a:xfrm>
          <a:prstGeom prst="ellipse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071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874520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CAMP OBJECTIVES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Walk Away With?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B2FF"/>
                </a:solidFill>
              </a:rPr>
              <a:t>إيه اللي هتطلع بيه؟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C"/>
                </a:solidFill>
              </a:rPr>
              <a:t>This camp is not just lectures — it's a hands-on experience where you build your professional identity step by step.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755648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11096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828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Discover yourself &amp; build a clear professional identity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22960" y="21031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تعرف نفسك وتبني هوية مهنية واضحة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264408" y="1755648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91109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1828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Optimize your LinkedIn presence professionally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675888" y="21031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تحسّن حضورك الرقمي على LinkedIn احترافياً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6117336" y="1755648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91109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28816" y="18288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Craft a powerful CV that stands out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6528816" y="21031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تعمل CV قوي يجذب الانتباه ويعبّر عنك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411480" y="2523744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67919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25968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Present your ideas with confidence and clarity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822960" y="28712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تتكلم بثقة وتعرض أفكارك بأسلوب مؤثر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3264408" y="2523744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2679192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675888" y="25968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Communicate and connect professionally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3675888" y="28712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تتواصل وتتعامل مع الناس باحترافية</a:t>
            </a:r>
            <a:endParaRPr lang="en-US" sz="750" dirty="0"/>
          </a:p>
        </p:txBody>
      </p:sp>
      <p:sp>
        <p:nvSpPr>
          <p:cNvPr id="28" name="Shape 21"/>
          <p:cNvSpPr/>
          <p:nvPr/>
        </p:nvSpPr>
        <p:spPr>
          <a:xfrm>
            <a:off x="6117336" y="2523744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2679192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528816" y="25968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Ace your interviews with preparation and confidence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6528816" y="287121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تتجهز للمقابلات وتقدّم نفسك بشكل صح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4572000" cy="3200400"/>
          </a:xfrm>
          <a:prstGeom prst="ellipse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071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72184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CAMP PHASES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Pillars — One Journey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B2FF"/>
                </a:solidFill>
              </a:rPr>
              <a:t>٩ محاور — رحلة واحدة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FDC"/>
                </a:solidFill>
              </a:rPr>
              <a:t>Each phase builds on the previous one — making you ready to start your professional journey with confidence.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7282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01</a:t>
            </a:r>
            <a:endParaRPr lang="en-US" sz="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11096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" y="1865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Personal Branding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32104" y="2121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بناء الهوية الشخصية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02920" y="2286000"/>
            <a:ext cx="2478024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286000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PROFESSIONAL IDENTITY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246120" y="1664208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337560" y="17282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02</a:t>
            </a:r>
            <a:endParaRPr lang="en-US" sz="6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91109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666744" y="1865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LinkedIn Optimization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66744" y="2121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تحسين حساب LinkedIn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3337560" y="2286000"/>
            <a:ext cx="1975104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37560" y="228600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DIGITAL PRESENCE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6080760" y="1664208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172200" y="17282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03</a:t>
            </a:r>
            <a:endParaRPr lang="en-US" sz="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11096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01384" y="18653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CV Writing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501384" y="2121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كتابة السيرة الذاتية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172200" y="228600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72200" y="22860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CV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411480" y="2596896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502920" y="26609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04</a:t>
            </a:r>
            <a:endParaRPr lang="en-US" sz="6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43784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32104" y="2798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Presentation Skills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832104" y="30540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مهارات العرض والتقديم</a:t>
            </a:r>
            <a:endParaRPr lang="en-US" sz="750" dirty="0"/>
          </a:p>
        </p:txBody>
      </p:sp>
      <p:sp>
        <p:nvSpPr>
          <p:cNvPr id="34" name="Shape 28"/>
          <p:cNvSpPr/>
          <p:nvPr/>
        </p:nvSpPr>
        <p:spPr>
          <a:xfrm>
            <a:off x="502920" y="3218688"/>
            <a:ext cx="1874520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02920" y="32186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PUBLIC SPEAKING</a:t>
            </a:r>
            <a:endParaRPr lang="en-US" sz="700" dirty="0"/>
          </a:p>
        </p:txBody>
      </p:sp>
      <p:sp>
        <p:nvSpPr>
          <p:cNvPr id="36" name="Shape 30"/>
          <p:cNvSpPr/>
          <p:nvPr/>
        </p:nvSpPr>
        <p:spPr>
          <a:xfrm>
            <a:off x="3246120" y="2596896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3337560" y="26609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05</a:t>
            </a:r>
            <a:endParaRPr lang="en-US" sz="6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843784"/>
            <a:ext cx="256032" cy="25603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666744" y="2798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Storytelling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3666744" y="30540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فن الحكي والسرد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3337560" y="3218688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337560" y="321868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STORYTELLING</a:t>
            </a:r>
            <a:endParaRPr lang="en-US" sz="700" dirty="0"/>
          </a:p>
        </p:txBody>
      </p:sp>
      <p:sp>
        <p:nvSpPr>
          <p:cNvPr id="43" name="Shape 36"/>
          <p:cNvSpPr/>
          <p:nvPr/>
        </p:nvSpPr>
        <p:spPr>
          <a:xfrm>
            <a:off x="6080760" y="2596896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4" name="Text 37"/>
          <p:cNvSpPr/>
          <p:nvPr/>
        </p:nvSpPr>
        <p:spPr>
          <a:xfrm>
            <a:off x="6172200" y="26609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06</a:t>
            </a:r>
            <a:endParaRPr lang="en-US" sz="6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843784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501384" y="2798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Communication Skills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6501384" y="305409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مهارات التواصل</a:t>
            </a:r>
            <a:endParaRPr lang="en-US" sz="750" dirty="0"/>
          </a:p>
        </p:txBody>
      </p:sp>
      <p:sp>
        <p:nvSpPr>
          <p:cNvPr id="48" name="Shape 40"/>
          <p:cNvSpPr/>
          <p:nvPr/>
        </p:nvSpPr>
        <p:spPr>
          <a:xfrm>
            <a:off x="6172200" y="3218688"/>
            <a:ext cx="1673352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6172200" y="3218688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COMMUNICATION</a:t>
            </a:r>
            <a:endParaRPr lang="en-US" sz="700" dirty="0"/>
          </a:p>
        </p:txBody>
      </p:sp>
      <p:sp>
        <p:nvSpPr>
          <p:cNvPr id="50" name="Shape 42"/>
          <p:cNvSpPr/>
          <p:nvPr/>
        </p:nvSpPr>
        <p:spPr>
          <a:xfrm>
            <a:off x="411480" y="3529584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1" name="Text 43"/>
          <p:cNvSpPr/>
          <p:nvPr/>
        </p:nvSpPr>
        <p:spPr>
          <a:xfrm>
            <a:off x="502920" y="35935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07</a:t>
            </a:r>
            <a:endParaRPr lang="en-US" sz="60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76472"/>
            <a:ext cx="256032" cy="256032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832104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Stakeholder Management</a:t>
            </a:r>
            <a:endParaRPr lang="en-US" sz="1000" dirty="0"/>
          </a:p>
        </p:txBody>
      </p:sp>
      <p:sp>
        <p:nvSpPr>
          <p:cNvPr id="54" name="Text 45"/>
          <p:cNvSpPr/>
          <p:nvPr/>
        </p:nvSpPr>
        <p:spPr>
          <a:xfrm>
            <a:off x="832104" y="3986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إدارة أصحاب المصلحة</a:t>
            </a:r>
            <a:endParaRPr lang="en-US" sz="750" dirty="0"/>
          </a:p>
        </p:txBody>
      </p:sp>
      <p:sp>
        <p:nvSpPr>
          <p:cNvPr id="55" name="Shape 46"/>
          <p:cNvSpPr/>
          <p:nvPr/>
        </p:nvSpPr>
        <p:spPr>
          <a:xfrm>
            <a:off x="502920" y="4151376"/>
            <a:ext cx="2075688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502920" y="4151376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RELATIONSHIP MGMT</a:t>
            </a:r>
            <a:endParaRPr lang="en-US" sz="700" dirty="0"/>
          </a:p>
        </p:txBody>
      </p:sp>
      <p:sp>
        <p:nvSpPr>
          <p:cNvPr id="57" name="Shape 48"/>
          <p:cNvSpPr/>
          <p:nvPr/>
        </p:nvSpPr>
        <p:spPr>
          <a:xfrm>
            <a:off x="3246120" y="3529584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8" name="Text 49"/>
          <p:cNvSpPr/>
          <p:nvPr/>
        </p:nvSpPr>
        <p:spPr>
          <a:xfrm>
            <a:off x="3337560" y="35935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08</a:t>
            </a:r>
            <a:endParaRPr lang="en-US" sz="600" dirty="0"/>
          </a:p>
        </p:txBody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776472"/>
            <a:ext cx="256032" cy="256032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3666744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 Making</a:t>
            </a:r>
            <a:endParaRPr lang="en-US" sz="1000" dirty="0"/>
          </a:p>
        </p:txBody>
      </p:sp>
      <p:sp>
        <p:nvSpPr>
          <p:cNvPr id="61" name="Text 51"/>
          <p:cNvSpPr/>
          <p:nvPr/>
        </p:nvSpPr>
        <p:spPr>
          <a:xfrm>
            <a:off x="3666744" y="3986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اتخاذ القرار</a:t>
            </a:r>
            <a:endParaRPr lang="en-US" sz="750" dirty="0"/>
          </a:p>
        </p:txBody>
      </p:sp>
      <p:sp>
        <p:nvSpPr>
          <p:cNvPr id="62" name="Shape 52"/>
          <p:cNvSpPr/>
          <p:nvPr/>
        </p:nvSpPr>
        <p:spPr>
          <a:xfrm>
            <a:off x="3337560" y="4151376"/>
            <a:ext cx="1874520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3" name="Text 53"/>
          <p:cNvSpPr/>
          <p:nvPr/>
        </p:nvSpPr>
        <p:spPr>
          <a:xfrm>
            <a:off x="3337560" y="4151376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DECISION MAKING</a:t>
            </a:r>
            <a:endParaRPr lang="en-US" sz="700" dirty="0"/>
          </a:p>
        </p:txBody>
      </p:sp>
      <p:sp>
        <p:nvSpPr>
          <p:cNvPr id="64" name="Shape 54"/>
          <p:cNvSpPr/>
          <p:nvPr/>
        </p:nvSpPr>
        <p:spPr>
          <a:xfrm>
            <a:off x="6080760" y="3529584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5" name="Text 55"/>
          <p:cNvSpPr/>
          <p:nvPr/>
        </p:nvSpPr>
        <p:spPr>
          <a:xfrm>
            <a:off x="6172200" y="35935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09</a:t>
            </a:r>
            <a:endParaRPr lang="en-US" sz="600" dirty="0"/>
          </a:p>
        </p:txBody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776472"/>
            <a:ext cx="256032" cy="256032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6501384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Interview Skills</a:t>
            </a:r>
            <a:endParaRPr lang="en-US" sz="1000" dirty="0"/>
          </a:p>
        </p:txBody>
      </p:sp>
      <p:sp>
        <p:nvSpPr>
          <p:cNvPr id="68" name="Text 57"/>
          <p:cNvSpPr/>
          <p:nvPr/>
        </p:nvSpPr>
        <p:spPr>
          <a:xfrm>
            <a:off x="6501384" y="3986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مهارات المقابلات</a:t>
            </a:r>
            <a:endParaRPr lang="en-US" sz="750" dirty="0"/>
          </a:p>
        </p:txBody>
      </p:sp>
      <p:sp>
        <p:nvSpPr>
          <p:cNvPr id="69" name="Shape 58"/>
          <p:cNvSpPr/>
          <p:nvPr/>
        </p:nvSpPr>
        <p:spPr>
          <a:xfrm>
            <a:off x="6172200" y="4151376"/>
            <a:ext cx="1773936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0" name="Text 59"/>
          <p:cNvSpPr/>
          <p:nvPr/>
        </p:nvSpPr>
        <p:spPr>
          <a:xfrm>
            <a:off x="6172200" y="415137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JOB INTERVIEWS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4572000" cy="3200400"/>
          </a:xfrm>
          <a:prstGeom prst="ellipse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071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773936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PHASES 01 – 04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Foundation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10972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01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347472" cy="347472"/>
          </a:xfrm>
          <a:prstGeom prst="ellipse">
            <a:avLst/>
          </a:prstGeom>
          <a:solidFill>
            <a:srgbClr val="1A3A7A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2588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Personal Branding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1832" y="14996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بناء الهوية الشخصية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21208" y="2496312"/>
            <a:ext cx="2478024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249631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PROFESSIONAL IDENTITY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21208" y="1719072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BFDC"/>
                </a:solidFill>
              </a:rPr>
              <a:t>Understand your strengths, values, and what sets you apart — build a clear, consistent professional image.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663440" y="100584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73168" y="10972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02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4773168" y="1280160"/>
            <a:ext cx="347472" cy="347472"/>
          </a:xfrm>
          <a:prstGeom prst="ellipse">
            <a:avLst/>
          </a:prstGeom>
          <a:solidFill>
            <a:srgbClr val="1A3A7A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25880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93792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LinkedIn Optimization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93792" y="14996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تحسين حساب LinkedIn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773168" y="2496312"/>
            <a:ext cx="1975104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73168" y="249631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DIGITAL PRESENCE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4773168" y="1719072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BFDC"/>
                </a:solidFill>
              </a:rPr>
              <a:t>Every detail of your profile — headline, summary, skills — optimised so recruiters find you first.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411480" y="288036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521208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03</a:t>
            </a:r>
            <a:endParaRPr lang="en-US" sz="600" dirty="0"/>
          </a:p>
        </p:txBody>
      </p:sp>
      <p:sp>
        <p:nvSpPr>
          <p:cNvPr id="26" name="Shape 22"/>
          <p:cNvSpPr/>
          <p:nvPr/>
        </p:nvSpPr>
        <p:spPr>
          <a:xfrm>
            <a:off x="521208" y="3154680"/>
            <a:ext cx="347472" cy="347472"/>
          </a:xfrm>
          <a:prstGeom prst="ellipse">
            <a:avLst/>
          </a:prstGeom>
          <a:solidFill>
            <a:srgbClr val="1A3A7A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200400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41832" y="3136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CV Writing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41832" y="33741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كتابة السيرة الذاتية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521208" y="4370832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1208" y="4370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CV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521208" y="3593592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BFDC"/>
                </a:solidFill>
              </a:rPr>
              <a:t>A professional CV that reflects your real value — not just a list of info, but a real marketing tool.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4663440" y="2880360"/>
            <a:ext cx="4160520" cy="1783080"/>
          </a:xfrm>
          <a:prstGeom prst="roundRect">
            <a:avLst>
              <a:gd name="adj" fmla="val 5128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4773168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04</a:t>
            </a:r>
            <a:endParaRPr lang="en-US" sz="600" dirty="0"/>
          </a:p>
        </p:txBody>
      </p:sp>
      <p:sp>
        <p:nvSpPr>
          <p:cNvPr id="35" name="Shape 30"/>
          <p:cNvSpPr/>
          <p:nvPr/>
        </p:nvSpPr>
        <p:spPr>
          <a:xfrm>
            <a:off x="4773168" y="3154680"/>
            <a:ext cx="347472" cy="347472"/>
          </a:xfrm>
          <a:prstGeom prst="ellipse">
            <a:avLst/>
          </a:prstGeom>
          <a:solidFill>
            <a:srgbClr val="1A3A7A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193792" y="3136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 Skills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193792" y="33741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مهارات العرض والتقديم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4773168" y="4370832"/>
            <a:ext cx="1874520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773168" y="437083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PUBLIC SPEAKING</a:t>
            </a:r>
            <a:endParaRPr lang="en-US" sz="700" dirty="0"/>
          </a:p>
        </p:txBody>
      </p:sp>
      <p:sp>
        <p:nvSpPr>
          <p:cNvPr id="41" name="Text 35"/>
          <p:cNvSpPr/>
          <p:nvPr/>
        </p:nvSpPr>
        <p:spPr>
          <a:xfrm>
            <a:off x="4773168" y="3593592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BFDC"/>
                </a:solidFill>
              </a:rPr>
              <a:t>Build compelling presentations — body language, idea structure, and handling audience questions confidently.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4572000" cy="3200400"/>
          </a:xfrm>
          <a:prstGeom prst="ellipse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071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28600"/>
            <a:ext cx="1773936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2860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PHASES 05 – 09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Influence, Clarity &amp; Confidence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60520" cy="1389888"/>
          </a:xfrm>
          <a:prstGeom prst="roundRect">
            <a:avLst>
              <a:gd name="adj" fmla="val 6579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1208" y="10972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05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521208" y="1280160"/>
            <a:ext cx="347472" cy="347472"/>
          </a:xfrm>
          <a:prstGeom prst="ellipse">
            <a:avLst/>
          </a:prstGeom>
          <a:solidFill>
            <a:srgbClr val="1A3A7A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2588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Storytelling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1832" y="14996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فن الحكي والسرد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21208" y="2103120"/>
            <a:ext cx="1572768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" y="210312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STORYTELLING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21208" y="1719072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BFDC"/>
                </a:solidFill>
              </a:rPr>
              <a:t>Craft powerful stories from your experiences using storytelling techniques that engage people.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11480" y="2505456"/>
            <a:ext cx="4160520" cy="1389888"/>
          </a:xfrm>
          <a:prstGeom prst="roundRect">
            <a:avLst>
              <a:gd name="adj" fmla="val 6579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21208" y="25968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06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521208" y="2779776"/>
            <a:ext cx="347472" cy="347472"/>
          </a:xfrm>
          <a:prstGeom prst="ellipse">
            <a:avLst/>
          </a:prstGeom>
          <a:solidFill>
            <a:srgbClr val="1A3A7A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825496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41832" y="2761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Communication Skills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41832" y="2999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مهارات التواصل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21208" y="3602736"/>
            <a:ext cx="1673352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21208" y="3602736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COMMUNICATION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521208" y="3218688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BFDC"/>
                </a:solidFill>
              </a:rPr>
              <a:t>Active listening, clear expression, and handling difficult conversations at work and in life.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411480" y="4005072"/>
            <a:ext cx="4160520" cy="1389888"/>
          </a:xfrm>
          <a:prstGeom prst="roundRect">
            <a:avLst>
              <a:gd name="adj" fmla="val 6579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521208" y="40965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07</a:t>
            </a:r>
            <a:endParaRPr lang="en-US" sz="600" dirty="0"/>
          </a:p>
        </p:txBody>
      </p:sp>
      <p:sp>
        <p:nvSpPr>
          <p:cNvPr id="26" name="Shape 22"/>
          <p:cNvSpPr/>
          <p:nvPr/>
        </p:nvSpPr>
        <p:spPr>
          <a:xfrm>
            <a:off x="521208" y="4279392"/>
            <a:ext cx="347472" cy="347472"/>
          </a:xfrm>
          <a:prstGeom prst="ellipse">
            <a:avLst/>
          </a:prstGeom>
          <a:solidFill>
            <a:srgbClr val="1A3A7A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325112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41832" y="4261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Stakeholder Management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941832" y="4498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إدارة أصحاب المصلحة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521208" y="5102352"/>
            <a:ext cx="2075688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21208" y="5102352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RELATIONSHIP MGMT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521208" y="4718304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BFDC"/>
                </a:solidFill>
              </a:rPr>
              <a:t>Identify key people in your work and engage each one professionally and strategically.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4663440" y="1005840"/>
            <a:ext cx="4160520" cy="1389888"/>
          </a:xfrm>
          <a:prstGeom prst="roundRect">
            <a:avLst>
              <a:gd name="adj" fmla="val 6579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4773168" y="10972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08</a:t>
            </a:r>
            <a:endParaRPr lang="en-US" sz="600" dirty="0"/>
          </a:p>
        </p:txBody>
      </p:sp>
      <p:sp>
        <p:nvSpPr>
          <p:cNvPr id="35" name="Shape 30"/>
          <p:cNvSpPr/>
          <p:nvPr/>
        </p:nvSpPr>
        <p:spPr>
          <a:xfrm>
            <a:off x="4773168" y="1280160"/>
            <a:ext cx="347472" cy="347472"/>
          </a:xfrm>
          <a:prstGeom prst="ellipse">
            <a:avLst/>
          </a:prstGeom>
          <a:solidFill>
            <a:srgbClr val="1A3A7A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25880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193792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Decision Making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193792" y="14996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اتخاذ القرار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4773168" y="2103120"/>
            <a:ext cx="1874520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773168" y="21031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DECISION MAKING</a:t>
            </a:r>
            <a:endParaRPr lang="en-US" sz="700" dirty="0"/>
          </a:p>
        </p:txBody>
      </p:sp>
      <p:sp>
        <p:nvSpPr>
          <p:cNvPr id="41" name="Text 35"/>
          <p:cNvSpPr/>
          <p:nvPr/>
        </p:nvSpPr>
        <p:spPr>
          <a:xfrm>
            <a:off x="4773168" y="1719072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BFDC"/>
                </a:solidFill>
              </a:rPr>
              <a:t>Practical frameworks for making decisions under pressure — analyse problems logically and act fast.</a:t>
            </a:r>
            <a:endParaRPr lang="en-US" sz="750" dirty="0"/>
          </a:p>
        </p:txBody>
      </p:sp>
      <p:sp>
        <p:nvSpPr>
          <p:cNvPr id="42" name="Shape 36"/>
          <p:cNvSpPr/>
          <p:nvPr/>
        </p:nvSpPr>
        <p:spPr>
          <a:xfrm>
            <a:off x="4663440" y="2505456"/>
            <a:ext cx="4160520" cy="1389888"/>
          </a:xfrm>
          <a:prstGeom prst="roundRect">
            <a:avLst>
              <a:gd name="adj" fmla="val 6579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4773168" y="25968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150" kern="0" dirty="0">
                <a:solidFill>
                  <a:srgbClr val="67B2FF"/>
                </a:solidFill>
              </a:rPr>
              <a:t>PHASE 09</a:t>
            </a:r>
            <a:endParaRPr lang="en-US" sz="600" dirty="0"/>
          </a:p>
        </p:txBody>
      </p:sp>
      <p:sp>
        <p:nvSpPr>
          <p:cNvPr id="44" name="Shape 38"/>
          <p:cNvSpPr/>
          <p:nvPr/>
        </p:nvSpPr>
        <p:spPr>
          <a:xfrm>
            <a:off x="4773168" y="2779776"/>
            <a:ext cx="347472" cy="347472"/>
          </a:xfrm>
          <a:prstGeom prst="ellipse">
            <a:avLst/>
          </a:prstGeom>
          <a:solidFill>
            <a:srgbClr val="1A3A7A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825496"/>
            <a:ext cx="237744" cy="23774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193792" y="2761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Interview Skills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5193792" y="2999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A8BFDC"/>
                </a:solidFill>
              </a:rPr>
              <a:t>مهارات المقابلات</a:t>
            </a:r>
            <a:endParaRPr lang="en-US" sz="750" dirty="0"/>
          </a:p>
        </p:txBody>
      </p:sp>
      <p:sp>
        <p:nvSpPr>
          <p:cNvPr id="48" name="Shape 41"/>
          <p:cNvSpPr/>
          <p:nvPr/>
        </p:nvSpPr>
        <p:spPr>
          <a:xfrm>
            <a:off x="4773168" y="3602736"/>
            <a:ext cx="1773936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4773168" y="360273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JOB INTERVIEWS</a:t>
            </a:r>
            <a:endParaRPr lang="en-US" sz="700" dirty="0"/>
          </a:p>
        </p:txBody>
      </p:sp>
      <p:sp>
        <p:nvSpPr>
          <p:cNvPr id="50" name="Text 43"/>
          <p:cNvSpPr/>
          <p:nvPr/>
        </p:nvSpPr>
        <p:spPr>
          <a:xfrm>
            <a:off x="4773168" y="3218688"/>
            <a:ext cx="3904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BFDC"/>
                </a:solidFill>
              </a:rPr>
              <a:t>Elevator pitch, STAR-method behavioural questions, and handling tough questions with confidence.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4572000" cy="3200400"/>
          </a:xfrm>
          <a:prstGeom prst="ellipse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071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1472184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THE OUTCOME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11480" y="5303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Leave With?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7B2FF"/>
                </a:solidFill>
              </a:rPr>
              <a:t>في الآخر هتطلع إيه؟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DC"/>
                </a:solidFill>
              </a:rPr>
              <a:t>Participants leave the camp not just understanding the material — but having actually applied it. They leave with a ready CV, an optimized LinkedIn profile, a clear personal story, and self-confidence that shows in every interaction.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685800"/>
            <a:ext cx="3337560" cy="2286000"/>
          </a:xfrm>
          <a:prstGeom prst="roundRect">
            <a:avLst>
              <a:gd name="adj" fmla="val 4800"/>
            </a:avLst>
          </a:prstGeom>
          <a:solidFill>
            <a:srgbClr val="0D2657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8686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"Ready to start their professional journey with confidence — not just understanding, but applying."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2148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7B2FF"/>
                </a:solidFill>
              </a:rPr>
              <a:t>"جاهز يبدأ رحلته المهنية بثقة — مش بس فاهم، لكن مطبّق."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651760"/>
            <a:ext cx="4846320" cy="493776"/>
          </a:xfrm>
          <a:prstGeom prst="roundRect">
            <a:avLst>
              <a:gd name="adj" fmla="val 12963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6148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2715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Ready-to-submit CV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4400" y="29077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BFDC"/>
                </a:solidFill>
              </a:rPr>
              <a:t>CV جاهز للتقديم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11480" y="3218688"/>
            <a:ext cx="4846320" cy="493776"/>
          </a:xfrm>
          <a:prstGeom prst="roundRect">
            <a:avLst>
              <a:gd name="adj" fmla="val 12963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28416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32826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Optimized LinkedIn Profile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914400" y="34747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BFDC"/>
                </a:solidFill>
              </a:rPr>
              <a:t>بروفايل LinkedIn محسوب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11480" y="3785616"/>
            <a:ext cx="4846320" cy="493776"/>
          </a:xfrm>
          <a:prstGeom prst="roundRect">
            <a:avLst>
              <a:gd name="adj" fmla="val 12963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9534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38496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Clear Personal Story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914400" y="40416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BFDC"/>
                </a:solidFill>
              </a:rPr>
              <a:t>قصة شخصية واضحة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11480" y="4352544"/>
            <a:ext cx="4846320" cy="493776"/>
          </a:xfrm>
          <a:prstGeom prst="roundRect">
            <a:avLst>
              <a:gd name="adj" fmla="val 12963"/>
            </a:avLst>
          </a:prstGeom>
          <a:solidFill>
            <a:srgbClr val="0D2657"/>
          </a:solidFill>
          <a:ln w="6350">
            <a:solidFill>
              <a:srgbClr val="4A90D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6227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" y="44165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Confidence in Every Interaction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914400" y="46085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BFDC"/>
                </a:solidFill>
              </a:rPr>
              <a:t>ثقة تظهر في كل تفاعل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1371600"/>
            <a:ext cx="4572000" cy="3200400"/>
          </a:xfrm>
          <a:prstGeom prst="ellipse">
            <a:avLst/>
          </a:prstGeom>
          <a:solidFill>
            <a:srgbClr val="4A90D9">
              <a:alpha val="12000"/>
            </a:srgbClr>
          </a:solidFill>
          <a:ln w="12700">
            <a:solidFill>
              <a:srgbClr val="071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365760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1A3A7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365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67B2FF"/>
                </a:solidFill>
              </a:rPr>
              <a:t>INSTRUCTOR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371600" y="658368"/>
            <a:ext cx="6400800" cy="3291840"/>
          </a:xfrm>
          <a:prstGeom prst="roundRect">
            <a:avLst>
              <a:gd name="adj" fmla="val 4167"/>
            </a:avLst>
          </a:prstGeom>
          <a:solidFill>
            <a:srgbClr val="0D2657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20440" y="822960"/>
            <a:ext cx="2103120" cy="2103120"/>
          </a:xfrm>
          <a:prstGeom prst="ellipse">
            <a:avLst/>
          </a:prstGeom>
          <a:solidFill>
            <a:srgbClr val="1A3A7A"/>
          </a:solidFill>
          <a:ln w="25400">
            <a:solidFill>
              <a:srgbClr val="4A90D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23444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9992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Eng. Hisham Fenidi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63040" y="34198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0D9"/>
                </a:solidFill>
              </a:rPr>
              <a:t>Learning &amp; Development Specialist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63040" y="367588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BFDC"/>
                </a:solidFill>
              </a:rPr>
              <a:t>متخصص في التعلم والتطوير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828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BFDC"/>
                </a:solidFill>
              </a:rPr>
              <a:t>Career Launch Camp  ·  Eng. Hisham Fenidi  ·  Learning &amp; Development Specialist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Launch Camp</dc:title>
  <dc:subject>PptxGenJS Presentation</dc:subject>
  <dc:creator>PptxGenJS</dc:creator>
  <cp:lastModifiedBy>PptxGenJS</cp:lastModifiedBy>
  <cp:revision>1</cp:revision>
  <dcterms:created xsi:type="dcterms:W3CDTF">2026-06-29T18:37:45Z</dcterms:created>
  <dcterms:modified xsi:type="dcterms:W3CDTF">2026-06-29T18:37:45Z</dcterms:modified>
</cp:coreProperties>
</file>